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ESTRATEGIA DE AUTOMATIZACIÓN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Ingenio La Corona</a:t>
            </a:r>
          </a:p>
          <a:p>
            <a:r>
              <a:t>10 Propuestas de Alto Valor</a:t>
            </a:r>
          </a:p>
          <a:p>
            <a:r>
              <a:t>con Skills Oficiales de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Contexto &amp; Desafíos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DC143C"/>
                </a:solidFill>
              </a:defRPr>
            </a:pPr>
            <a:r>
              <a:t>¿Por qué automatizar?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✓ Procesos manuales que consumen 120-150 horas/año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✓ Reportería manual propenso a errores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✓ Falta de visibilidad en tiempo real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✓ Toma de decisiones lenta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✓ Inconsistencia en reportes entre zafras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Skills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DC143C"/>
                </a:solidFill>
              </a:defRPr>
            </a:pPr>
            <a:r>
              <a:t>Arsenal de 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📄 DOCX - Creación de documentos profesionales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📊 XLSX - Análisis avanzado de datos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🎨 Frontend Design - Interfaces interactivas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📑 PPTX - Presentaciones automáticas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📖 PDF - Procesamiento inteligente de documentos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Sistema Integrado de Precosechas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Automatización end-to-end de precosechas</a:t>
            </a:r>
          </a:p>
          <a:p>
            <a:r>
              <a:t>Docx + Excel en un clic</a:t>
            </a:r>
          </a:p>
          <a:p>
            <a:r>
              <a:t>ROI: Alto | Ahorra 40 hrs/año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DOCX + XLSX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Dashboard Ejecutivo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Visualización en tiempo real de KPIs</a:t>
            </a:r>
          </a:p>
          <a:p>
            <a:r>
              <a:t>Interfaz interactiva web</a:t>
            </a:r>
          </a:p>
          <a:p>
            <a:r>
              <a:t>ROI: Muy Alto | Mejora decisión 60%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Frontend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Reportes de Calidad Automáticos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Genera reportes profesionales de laboratorio</a:t>
            </a:r>
          </a:p>
          <a:p>
            <a:r>
              <a:t>Template reutilizable</a:t>
            </a:r>
          </a:p>
          <a:p>
            <a:r>
              <a:t>ROI: Alto | Ahorra 15 hrs/mes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DOCX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Modelos Financieros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Proyecciones de costos e ingresos</a:t>
            </a:r>
          </a:p>
          <a:p>
            <a:r>
              <a:t>Análisis de sensibilidad</a:t>
            </a:r>
          </a:p>
          <a:p>
            <a:r>
              <a:t>ROI: Muy Alto | Optimiza costos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XLSX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Análisis Multi-Zafra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Comparativas 2021-actual automáticas</a:t>
            </a:r>
          </a:p>
          <a:p>
            <a:r>
              <a:t>Identifica tendencias y anomalías</a:t>
            </a:r>
          </a:p>
          <a:p>
            <a:r>
              <a:t>ROI: Alto | Insights estratégicos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XLSX + DOCX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Monitoreo Semanal Real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Alertas de desviación automáticas</a:t>
            </a:r>
          </a:p>
          <a:p>
            <a:r>
              <a:t>Comparativa vs año anterior</a:t>
            </a:r>
          </a:p>
          <a:p>
            <a:r>
              <a:t>ROI: Muy Alto | Detección temprana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Frontend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Presentaciones Ejecutivas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PowerPoint automático con datos</a:t>
            </a:r>
          </a:p>
          <a:p>
            <a:r>
              <a:t>Marca corporativa integrada</a:t>
            </a:r>
          </a:p>
          <a:p>
            <a:r>
              <a:t>ROI: Alto | Ahorra 8-10 hrs/mes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Procesador de Documentos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Lee PDFs y extrae datos automáticamente</a:t>
            </a:r>
          </a:p>
          <a:p>
            <a:r>
              <a:t>OCR para manuscritos</a:t>
            </a:r>
          </a:p>
          <a:p>
            <a:r>
              <a:t>ROI: Muy Alto | Ahorra 20-30 hrs/mes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Gestión de Contratos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Genera contratos profesionales</a:t>
            </a:r>
          </a:p>
          <a:p>
            <a:r>
              <a:t>Control de vencimientos</a:t>
            </a:r>
          </a:p>
          <a:p>
            <a:r>
              <a:t>ROI: Alto | Mitiga riesgos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DOCX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DC143C"/>
          </a:solidFill>
          <a:ln>
            <a:solidFill>
              <a:srgbClr val="DC14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Portal Web Histórico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Consulta de datos 2021-actual</a:t>
            </a:r>
          </a:p>
          <a:p>
            <a:r>
              <a:t>Búsqueda avanzada e informes</a:t>
            </a:r>
          </a:p>
          <a:p>
            <a:r>
              <a:t>ROI: Medio-Alto | Autoservicio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DC143C"/>
                </a:solidFill>
              </a:defRPr>
            </a:pPr>
            <a:r>
              <a:t>🔧 Frontend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Plan de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DC143C"/>
                </a:solidFill>
              </a:defRPr>
            </a:pPr>
            <a:r>
              <a:t>Roadmap 6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Fase 1 (0-2 meses): Propuestas 1, 3, 7 - Quick wins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Fase 2 (2-4 meses): Propuestas 2, 4, 5 - Escalado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Fase 3 (4-6 meses): Propuestas 6, 8, 9, 10 - Optimización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Impacto Total Estimado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DC143C"/>
                </a:solidFill>
              </a:defRPr>
            </a:pPr>
            <a:r>
              <a:t>¿Qué logramos?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⏱️ Reducción de 120-150 horas/año en administrativo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📈 Mejora 60% en velocidad de decisión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Eliminación de errores manuales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💰 ROI significativo en costos operacionales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🚀 Escalabilidad para nuevas funcionalidades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¿LISTO PARA</a:t>
            </a:r>
          </a:p>
          <a:p>
            <a:r>
              <a:t>TRANSFORMAR</a:t>
            </a:r>
          </a:p>
          <a:p>
            <a:r>
              <a:t>INGENIO LA CORONA?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